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5" r:id="rId19"/>
    <p:sldId id="27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69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2310452" y="500231"/>
            <a:ext cx="10029507" cy="1442085"/>
            <a:chOff x="0" y="-19049"/>
            <a:chExt cx="20059015" cy="28841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059014" cy="2865120"/>
            </a:xfrm>
            <a:custGeom>
              <a:avLst/>
              <a:gdLst/>
              <a:ahLst/>
              <a:cxnLst/>
              <a:rect l="l" t="t" r="r" b="b"/>
              <a:pathLst>
                <a:path w="20059014" h="2865120">
                  <a:moveTo>
                    <a:pt x="0" y="0"/>
                  </a:moveTo>
                  <a:lnTo>
                    <a:pt x="20059014" y="0"/>
                  </a:lnTo>
                  <a:lnTo>
                    <a:pt x="20059014" y="2865120"/>
                  </a:lnTo>
                  <a:lnTo>
                    <a:pt x="0" y="2865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6416" b="-8641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49"/>
              <a:ext cx="20059015" cy="288417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3440"/>
                </a:lnSpc>
              </a:pPr>
              <a:r>
                <a:rPr lang="en-US" sz="2866" b="1" dirty="0">
                  <a:solidFill>
                    <a:srgbClr val="178DB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  </a:t>
              </a:r>
              <a:r>
                <a:rPr lang="en-US" sz="2866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EASWARI ENGINEERING COLLEGE</a:t>
              </a:r>
            </a:p>
            <a:p>
              <a:pPr>
                <a:lnSpc>
                  <a:spcPts val="3440"/>
                </a:lnSpc>
              </a:pPr>
              <a:endParaRPr lang="en-US" sz="286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81797" y="2220219"/>
            <a:ext cx="8793480" cy="289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dirty="0"/>
              <a:t>Smart Classroom &amp; Attendance Analytics Portal 				 (Computer Vision)</a:t>
            </a:r>
            <a:endParaRPr lang="en-US" sz="3600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>
              <a:lnSpc>
                <a:spcPts val="2400"/>
              </a:lnSpc>
            </a:pPr>
            <a:r>
              <a:rPr lang="en-US" sz="2000" b="1" dirty="0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Under the Guidance of                                    Presented By</a:t>
            </a:r>
          </a:p>
          <a:p>
            <a:pPr>
              <a:lnSpc>
                <a:spcPts val="2400"/>
              </a:lnSpc>
            </a:pPr>
            <a:r>
              <a:rPr lang="en-US" sz="2000" b="1" dirty="0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Ms. D S K Harshitha                                     </a:t>
            </a:r>
            <a:r>
              <a:rPr lang="en-US" sz="2000" b="1" dirty="0">
                <a:solidFill>
                  <a:srgbClr val="595959"/>
                </a:solidFill>
                <a:latin typeface="Times New Roman"/>
                <a:ea typeface="Times New Roman Bold"/>
                <a:cs typeface="Times New Roman"/>
                <a:sym typeface="Times New Roman"/>
              </a:rPr>
              <a:t>Sabarinathan . D </a:t>
            </a:r>
            <a:r>
              <a:rPr lang="en-US" sz="200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(310624243149) Technical Trainer, AIADS 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74394" y="638534"/>
            <a:ext cx="1499997" cy="1303763"/>
            <a:chOff x="0" y="0"/>
            <a:chExt cx="2999994" cy="260752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999994" cy="2607564"/>
            </a:xfrm>
            <a:custGeom>
              <a:avLst/>
              <a:gdLst/>
              <a:ahLst/>
              <a:cxnLst/>
              <a:rect l="l" t="t" r="r" b="b"/>
              <a:pathLst>
                <a:path w="2999994" h="2607564">
                  <a:moveTo>
                    <a:pt x="0" y="0"/>
                  </a:moveTo>
                  <a:lnTo>
                    <a:pt x="2999994" y="0"/>
                  </a:lnTo>
                  <a:lnTo>
                    <a:pt x="2999994" y="2607564"/>
                  </a:lnTo>
                  <a:lnTo>
                    <a:pt x="0" y="2607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" r="-18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Review — Smart Classroom &amp; Attendance Portal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98144" y="1700059"/>
            <a:ext cx="5029200" cy="3713907"/>
          </a:xfrm>
          <a:prstGeom prst="roundRect">
            <a:avLst>
              <a:gd name="adj" fmla="val 177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1371600" y="2130643"/>
            <a:ext cx="4572000" cy="281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(Functional &amp; Non-Functional)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System Architecture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&amp; ER Diagrams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 &amp; Tech Stack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Design, Frontend &amp; Backend Build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API Integration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Engine (Face ID + Behavior Detection)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Progress, Screenshots &amp; Challenges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972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for Admin &amp; Teacher roles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classrooms &amp; students (CRUD)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attendance: present / absent / late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behavior: studying, sleeping, speaking, phone use, hand raise, distracted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camera: face-based presence &amp; behavior detection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 &amp; behavior summary per class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JWT auth, bcrypt password hashing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REST routes (Bearer token)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 simple sidebar-based UI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camera status polled every 1.5 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embedded MongoDB fallback + seed data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Modularity: separate frontend, backend &amp; AI engine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(Detailed)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9728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2801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TIER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Vite, React Router,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Axios, plain CSS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1772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480060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TIER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JWT Auth, Vision proxy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B2A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832104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TIER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collections &amp; schemas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client (:5173) calls Express REST endpoints (:5000) with a JWT; Express reads and writes MongoDB and proxies camera control to the Python AI engine (:5001).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525780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1325880" y="5257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(Python / Flask): MTCNN + FaceNet identifies students and YOLOv8 detects behavior; results are synced to Express through /api/attendance/manual and /api/behavior/manual.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 &amp; Relationships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Teacher: manage data, mark attendance &amp; behavior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Engine: system actor that auto-syncs results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«include»: JWT login required for every use case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«extend»: live camera pre-fills attendance &amp; behavior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attendance % and behavior summary per class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  <p:pic>
        <p:nvPicPr>
          <p:cNvPr id="14" name="Picture 13" descr="Use case diagram: Admin/Teacher and AI Vision Engine actors with portal use cas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60350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/ Database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Notes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collections: User, Classroom, Student, Attendance, BehaviorLog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key: MongoDB ObjectId (_id)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stored as ObjectId references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/ events embedded in each session document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Unique: Student.rollNumber, User.email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on (classroom, date) and (classroom, capturedAt)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  <p:pic>
        <p:nvPicPr>
          <p:cNvPr id="14" name="Picture 13" descr="ER diagram: User, Classroom, Student, Attendance and BehaviorLog collect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60350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Description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Registration, login &amp; role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Register, Login, JWT /me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Classroom &amp; Student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classes and enrolled students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Edit, Delete, Filter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Session-wise present / absent / late marking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Mark, History, Attendance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Per-session behavior logs &amp; class summary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Log, Summary 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Vision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identity + YOLOv8 behavior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Enroll, Live stream, Auto-sync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0972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B2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3657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Library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877824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Tools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348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(ODM) with mongodb-memory-server fallback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&amp; bcryptjs (auth / security)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Vite, React Router, Axios (frontend tooling)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Flask, OpenCV, PyTorch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(Ultralytics) + FaceNet (facenet-pytorch)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GitHub, VS Code, npm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/ Wireframes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Screens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Sign In / Register tabs with demo access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classroom, student &amp; session counts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Vision: camera feed &amp; detections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 &amp; Students: add / edit / delete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Behavior: mark, log &amp; summarize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CSS, sidebar + top-navbar layout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  <p:pic>
        <p:nvPicPr>
          <p:cNvPr id="14" name="Picture 13" descr="Wireframes of the Dashboard and Attendance scree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60350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18 + Vite using functional components &amp; hooks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Login, Dashboard, Live AI Vision, Classrooms, Students, Attendance, Behavior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layout: Sidebar and Navbar components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state kept in App + localStorage; session cleared on a 401 response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 routing; Axios instance with JWT request interceptor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CSS styling (no UI library); Live AI page polls camera status every 1.5 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pages: Login, Dashboard, Classrooms, Students, Attendance, Behavior and Live AI Vision.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server with modular routes: auth, students, classrooms, attendance, behavior, vision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pattern: routes → controllers → Mongoose models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middleware verifies the JWT Bearer token; adminOnly guard available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notFound &amp; errorHandler middleware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via .env (PORT, MONGO_URI, JWT_SECRET, CLIENT_ORIGIN); CORS + morgan logging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/api/vision routes proxy camera control to the Flask AI server (:5001)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/api/health for status; demo admin, teacher, classroom &amp; students are seeded on an empty database.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(local, port 27017) accessed through Mongoose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an embedded mongodb-memory-server when no database is reachable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BehaviorLog embed per-student records / events; other links use ObjectId refs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on (classroom, date) and (classroom, capturedAt); unique rollNumber &amp; email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 in a pre-save hook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script loads demo users, a classroom and students on first run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Collections: Users, Classrooms, Students, Attendance, BehaviorLogs.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4114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 &amp; issue JWT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/api/auth/register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 Admin / Teacher 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/api/students?classroom=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students of a classroom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/api/attendance/manual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attendance for a 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/api/attendance/analytics/:classroomId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Per-student attendance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/api/behavior/manual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behavior log for a 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/api/behavior/summary/:classroomId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Per-student behavior 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3725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/api/vision/start | stop | sync_now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the AI camera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82803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Implementation Status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97280" y="1828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10149840" y="1828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50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&amp; Student Management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0149840" y="24505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072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Module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127248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0" y="3127248"/>
            <a:ext cx="493776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10149840" y="30723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94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Module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37490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0" y="3749040"/>
            <a:ext cx="466344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10149840" y="36941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315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Vision Integration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572000" y="4370832"/>
            <a:ext cx="384048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10149840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937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0" y="499262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572000" y="4992624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10149840" y="4937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97280" y="1554480"/>
            <a:ext cx="4846320" cy="192024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097280" y="3520439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page: Sign In / Register with demo access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4846320" cy="192024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217920" y="3520439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classroom, student and session counts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931920"/>
            <a:ext cx="4846320" cy="192024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097280" y="58978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page: face-verified, camera auto-fill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4846320" cy="192024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217920" y="58978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Vision: FaceNet + YOLOv8 camera feed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  <p:pic>
        <p:nvPicPr>
          <p:cNvPr id="17" name="Picture 16" descr="Login page: Sign In / Register with demo acc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816" y="1627631"/>
            <a:ext cx="1703247" cy="1773936"/>
          </a:xfrm>
          <a:prstGeom prst="rect">
            <a:avLst/>
          </a:prstGeom>
        </p:spPr>
      </p:pic>
      <p:pic>
        <p:nvPicPr>
          <p:cNvPr id="18" name="Picture 17" descr="Dashboard: classroom, student and session cou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502" y="1627631"/>
            <a:ext cx="3697154" cy="1773936"/>
          </a:xfrm>
          <a:prstGeom prst="rect">
            <a:avLst/>
          </a:prstGeom>
        </p:spPr>
      </p:pic>
      <p:pic>
        <p:nvPicPr>
          <p:cNvPr id="19" name="Picture 18" descr="Attendance page: face-verified, camera auto-fil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1237" y="4005072"/>
            <a:ext cx="3718405" cy="1773936"/>
          </a:xfrm>
          <a:prstGeom prst="rect">
            <a:avLst/>
          </a:prstGeom>
        </p:spPr>
      </p:pic>
      <p:pic>
        <p:nvPicPr>
          <p:cNvPr id="20" name="Picture 19" descr="Live AI Vision: FaceNet + YOLOv8 camera fe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765" y="4005072"/>
            <a:ext cx="3684629" cy="17739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7432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Adopted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Connecting a Python AI engine to the MERN 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vision server + Express /api/vision proxy; engine syncs via REST with JWT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Cross-origin calls between :5173, :5000 and :5001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 middleware in Express; API base URL derived from the browser hostname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Expired or invalid JWT sessions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Axios 401 interceptor clears the token and logs the user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without a local MongoDB install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mongodb-memory-server fallback with automatic seed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labeled classroom data for behavior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SCB dataset + ICFD face samples; needs more data &amp; epochs to improve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832610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 &amp; Plan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attendance &amp; behavior charts to the Dashboard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date-range filters, search &amp; pagination for large student lists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YOLOv8 behavior model on the full SCB dataset for higher accuracy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password reset &amp; role management UI (enforce admin-only actions)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user-acceptance testing with real classroom video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(frontend, backend, MongoDB Atlas) and prepare final documentation &amp; demo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MongoDB, Mongoose, Express, React, Node.js — official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Ultralytics YOLOv8 documentation; SCB-Dataset (Student Classroom Behavior)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FaceNet (Schroff et al., 2015); facenet-pytorch (MTCNN + InceptionResnetV1, VGGFace2)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Classroom Face Dataset (ICFD) samples used for face enrollment &amp;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28530D-5235-D3C5-FC43-99F99BE35408}"/>
              </a:ext>
            </a:extLst>
          </p:cNvPr>
          <p:cNvSpPr txBox="1"/>
          <p:nvPr/>
        </p:nvSpPr>
        <p:spPr>
          <a:xfrm>
            <a:off x="4040155" y="2598003"/>
            <a:ext cx="68766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40320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1623</Words>
  <Application>Microsoft Office PowerPoint</Application>
  <PresentationFormat>Widescreen</PresentationFormat>
  <Paragraphs>287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Sabari D</cp:lastModifiedBy>
  <cp:revision>3</cp:revision>
  <dcterms:created xsi:type="dcterms:W3CDTF">2026-09-22T17:17:28Z</dcterms:created>
  <dcterms:modified xsi:type="dcterms:W3CDTF">2026-09-30T09:06:53Z</dcterms:modified>
</cp:coreProperties>
</file>